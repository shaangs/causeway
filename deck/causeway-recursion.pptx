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Causeway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For SOC analysts: one incident, with a named cause, from a night of alerts.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Cybersecurity — PS2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Marlloz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Shaan 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Pradeesh Govindarajan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Shreyas Gopalika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SOC analysts, every shift. One attacker action fires dozens of correct alerts across endpoint, identity, email, firewall and cloud.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Analysts pivot between consoles by hand, matching timestamps and identities. Tooling dedups by merging alerts whose text looks alike.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Text-merging destroys evidence: two alerts that read alike can be two attack stages. Broad automation isolates hosts on weak grounds.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measured it. On a 938-alert corpus, text dedup buried the successful login that was the root cause and recovered 4 of 9 stages.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Causeway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Rebuilds the causal incident behind scattered alerts, ranks what to contain, and gates every response on the evidence for it.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Open one case instead of hundreds: a causal graph, the ranked root cause, and a recommended action that shows its reasoning.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938 alerts became 17 cases. All nine stages in one incident, recall 1.00, root cause correct. Nothing is deleted.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rank entities, not alerts — nobody contains a row. Confidence stays separate from what the evidence may authorise.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ALERTS 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RESOLVE + DEDUP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CAUSAL EDGES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 GATE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CASE + ACTION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48640" y="336499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any product → canonical entities → causal DAG → evidence-gated 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No model, no network call in the decision path. Deterministic rules, ~42 ms per run, every refusal explainable in one sentence.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Stopping the benign estate collapsing into one incident. Fixed by weighting entities by rarity, so hub entities link nothing.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27 tests, four configurations. With rarity weighting off precision collapses to 0.13 — the control that proves the design works.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correlation, entity resolution, reversible dedup, root cause, gated response, console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we recommend actions, never execute them; no live connectors, no ML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Effectively zero. Pure Python, no model calls, no external API. 938 alerts in ~42 ms, and it runs fully on-premise.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Precision on real telemetry. We tested on the public AIT corpus: dedup transferred, correlation did not. Reported, not hidden.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Learn entity rarity from an environment's own baseline, then add live connectors.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98%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fewer queue items — 938 alerts became 17 cases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938-alert corpus, labelled 9-stage intrusion. Cases = 17. Recall 1.00 and zero evidence-erasing suppressions.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Analysts open 17 cases, not 938 rows, with the root cause named.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MSSPs, cloud-security teams, and regulated environments needing an audit trail.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Over-trust: a confident graph could persuade an analyst to skip verification.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Nothing is deleted; every suppression is reversible. Destructive actions need a human.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Paper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Landauer et al., “A New Alert Data Set for Multi-Step Attack Analysis”, CSET ’24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Alert-level corpus design; multi-step framing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 — cited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ACM, cited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Repository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Ventriloquist — our own EDGE NOVA’26 provenance gateway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Lineage closure, blast radius, audit chain, policy engine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yours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 work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Documentation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FastAPI · Starlette · Uvicorn · PyYAML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 surface and YAML policy loading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 / BSD-3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Dataset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AIT Alert Data Set — doi 10.5281/zenodo.8263181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45,544 real labelled alerts, 3 detectors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CC-BY-4.0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Model weights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 — no ML model or pretrained weights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Correlation is deterministic; no inference step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THE CONSOLE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reconstructed incident: 938 alerts in, ranked root cause, gated response.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6" name="Picture 295" descr="causal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651760"/>
            <a:ext cx="941832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Marlloz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219457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2048275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Shaan GS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shaangurushankar@gmail.com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Pradeesh Govindarajan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pradeeshgovi@gmail.com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Shreyas Gopalika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sg8268@srmist.edu.in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