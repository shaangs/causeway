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12192000"/>
  <p:embeddedFontLs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mTIDMTlOXkhW/XgO8rYQcdrsy0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MIC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7496C2-0CEE-4B0A-BE6E-AE1266184CF1}">
  <a:tblStyle styleId="{D47496C2-0CEE-4B0A-BE6E-AE1266184CF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customschemas.google.com/relationships/presentationmetadata" Target="metadata"/><Relationship Id="rId16" Type="http://schemas.openxmlformats.org/officeDocument/2006/relationships/font" Target="fonts/ArialBlack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8-26T12:34:01.183">
    <p:pos x="6000" y="0"/>
    <p:text>&gt;&gt;Click on File 
&gt;&gt;&gt;&gt;Make a copy
&gt;&gt;&gt;&gt;&gt;&gt;Entire presentation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AWB6OJc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Cover: fill TRACK, PROJECT TITLE, ONE-LINE PITCH and TEAM names. Phone &amp; email for each member goes on the last slide, frame 09. Keep layout, colours &amp; logos as-is. RECURSION is TechnoVIT's flagship hackathon.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each question in 2–3 plain lines. Someone outside your track should understand every answer.</a:t>
            </a:r>
            <a:endParaRPr/>
          </a:p>
        </p:txBody>
      </p:sp>
      <p:sp>
        <p:nvSpPr>
          <p:cNvPr id="59" name="Google Shape;5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the product plainly. The three answers should connect directly back to the problems on frame 02.</a:t>
            </a:r>
            <a:endParaRPr/>
          </a:p>
        </p:txBody>
      </p:sp>
      <p:sp>
        <p:nvSpPr>
          <p:cNvPr id="95" name="Google Shape;9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 placeholder flow with your real architecture diagram. Name real services and models, then answer the three questions.</a:t>
            </a:r>
            <a:endParaRPr/>
          </a:p>
        </p:txBody>
      </p:sp>
      <p:sp>
        <p:nvSpPr>
          <p:cNvPr id="134" name="Google Shape;13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honest about scope. A working slice with a known limit beats an over-promised demo.</a:t>
            </a:r>
            <a:endParaRPr/>
          </a:p>
        </p:txBody>
      </p:sp>
      <p:sp>
        <p:nvSpPr>
          <p:cNvPr id="182" name="Google Shape;18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Pick one primary metric. Show how it was measured — an estimate is fine if you show your working.</a:t>
            </a:r>
            <a:endParaRPr/>
          </a:p>
        </p:txBody>
      </p:sp>
      <p:sp>
        <p:nvSpPr>
          <p:cNvPr id="219" name="Google Shape;21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source per line — papers, repos, docs, datasets, model weights. Uncredited work is disqualifying.</a:t>
            </a:r>
            <a:endParaRPr/>
          </a:p>
        </p:txBody>
      </p:sp>
      <p:sp>
        <p:nvSpPr>
          <p:cNvPr id="260" name="Google Shape;26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Optional space: demo links, screenshots, GitHub, QR codes, anything extra that strengthens the submission. Delete the checklist sticker and the hint line once you're done.</a:t>
            </a:r>
            <a:endParaRPr/>
          </a:p>
        </p:txBody>
      </p:sp>
      <p:sp>
        <p:nvSpPr>
          <p:cNvPr id="279" name="Google Shape;27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every member's phone and email so organisers and judges can follow up after the round. This slide is for the submission file — remove it if presenting live on stage.</a:t>
            </a:r>
            <a:endParaRPr/>
          </a:p>
        </p:txBody>
      </p:sp>
      <p:sp>
        <p:nvSpPr>
          <p:cNvPr id="301" name="Google Shape;30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" name="Google Shape;14;p1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1"/>
          <p:cNvSpPr txBox="1"/>
          <p:nvPr/>
        </p:nvSpPr>
        <p:spPr>
          <a:xfrm>
            <a:off x="987552" y="329184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FLAGSHIP MIC HACKATHON OF TECHNOVIT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6400800" y="329184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IDEA SUBMISSION — TEMPLATE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914400"/>
            <a:ext cx="7543800" cy="1207008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1016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 txBox="1"/>
          <p:nvPr/>
        </p:nvSpPr>
        <p:spPr>
          <a:xfrm>
            <a:off x="777240" y="960120"/>
            <a:ext cx="722376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800"/>
              <a:buFont typeface="Arial Black"/>
              <a:buNone/>
            </a:pPr>
            <a:r>
              <a:rPr b="0" i="0" lang="en-US" sz="68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RECURSION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 rot="-180000">
            <a:off x="8458200" y="1078992"/>
            <a:ext cx="1965960" cy="566928"/>
          </a:xfrm>
          <a:prstGeom prst="rect">
            <a:avLst/>
          </a:prstGeom>
          <a:solidFill>
            <a:srgbClr val="111111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 txBox="1"/>
          <p:nvPr/>
        </p:nvSpPr>
        <p:spPr>
          <a:xfrm rot="-180000">
            <a:off x="8458200" y="1088136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EDITION II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835640" y="896112"/>
            <a:ext cx="841248" cy="841248"/>
          </a:xfrm>
          <a:prstGeom prst="rect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" name="Google Shape;22;p1"/>
          <p:cNvCxnSpPr/>
          <p:nvPr/>
        </p:nvCxnSpPr>
        <p:spPr>
          <a:xfrm>
            <a:off x="11256264" y="896112"/>
            <a:ext cx="0" cy="841248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>
            <a:off x="11256264" y="1316736"/>
            <a:ext cx="42062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1"/>
          <p:cNvCxnSpPr/>
          <p:nvPr/>
        </p:nvCxnSpPr>
        <p:spPr>
          <a:xfrm>
            <a:off x="11466576" y="1316736"/>
            <a:ext cx="0" cy="420624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1"/>
          <p:cNvCxnSpPr/>
          <p:nvPr/>
        </p:nvCxnSpPr>
        <p:spPr>
          <a:xfrm>
            <a:off x="11466576" y="1527048"/>
            <a:ext cx="210312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 txBox="1"/>
          <p:nvPr/>
        </p:nvSpPr>
        <p:spPr>
          <a:xfrm>
            <a:off x="594360" y="2395728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to understand recursion, first understand recursion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48640" y="2907792"/>
            <a:ext cx="7269480" cy="3127248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896112" y="3218688"/>
            <a:ext cx="128016" cy="128016"/>
          </a:xfrm>
          <a:prstGeom prst="rect">
            <a:avLst/>
          </a:prstGeom>
          <a:solidFill>
            <a:srgbClr val="FF3D1F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1115568" y="318211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PROJECT TITLE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896112" y="3456432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Arial Black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[ Your Project Title Goes Here ]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896112" y="404164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"/>
          <p:cNvSpPr/>
          <p:nvPr/>
        </p:nvSpPr>
        <p:spPr>
          <a:xfrm>
            <a:off x="896112" y="4261104"/>
            <a:ext cx="128016" cy="128016"/>
          </a:xfrm>
          <a:prstGeom prst="rect">
            <a:avLst/>
          </a:prstGeom>
          <a:solidFill>
            <a:srgbClr val="111111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115568" y="42245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ONE-LINE PITCH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896112" y="4480560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[ One sentence: what it is and who it's for. 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1"/>
          <p:cNvCxnSpPr/>
          <p:nvPr/>
        </p:nvCxnSpPr>
        <p:spPr>
          <a:xfrm>
            <a:off x="896112" y="486460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1"/>
          <p:cNvSpPr/>
          <p:nvPr/>
        </p:nvSpPr>
        <p:spPr>
          <a:xfrm>
            <a:off x="896112" y="5084064"/>
            <a:ext cx="128016" cy="128016"/>
          </a:xfrm>
          <a:prstGeom prst="rect">
            <a:avLst/>
          </a:prstGeom>
          <a:solidFill>
            <a:srgbClr val="FF3D1F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115568" y="504748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TRACK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896112" y="5303520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[ Selected Track 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1"/>
          <p:cNvCxnSpPr/>
          <p:nvPr/>
        </p:nvCxnSpPr>
        <p:spPr>
          <a:xfrm>
            <a:off x="896112" y="577900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1"/>
          <p:cNvSpPr/>
          <p:nvPr/>
        </p:nvSpPr>
        <p:spPr>
          <a:xfrm>
            <a:off x="8138160" y="2907792"/>
            <a:ext cx="3502152" cy="3127248"/>
          </a:xfrm>
          <a:prstGeom prst="rect">
            <a:avLst/>
          </a:prstGeom>
          <a:solidFill>
            <a:srgbClr val="111111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 txBox="1"/>
          <p:nvPr/>
        </p:nvSpPr>
        <p:spPr>
          <a:xfrm>
            <a:off x="8430768" y="31272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AF4E8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8430768" y="3346704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1600"/>
              <a:buFont typeface="Arial Black"/>
              <a:buNone/>
            </a:pPr>
            <a:r>
              <a:rPr b="0" i="0" lang="en-US" sz="1600" u="none" cap="none" strike="noStrike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[ Team Name 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1"/>
          <p:cNvCxnSpPr/>
          <p:nvPr/>
        </p:nvCxnSpPr>
        <p:spPr>
          <a:xfrm>
            <a:off x="8430768" y="3822192"/>
            <a:ext cx="2926080" cy="0"/>
          </a:xfrm>
          <a:prstGeom prst="straightConnector1">
            <a:avLst/>
          </a:prstGeom>
          <a:noFill/>
          <a:ln cap="flat" cmpd="sng" w="1905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1"/>
          <p:cNvSpPr txBox="1"/>
          <p:nvPr/>
        </p:nvSpPr>
        <p:spPr>
          <a:xfrm>
            <a:off x="8430768" y="395020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[ Name 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8430768" y="425196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[ Name 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8430768" y="4553712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[ Name 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8430768" y="4855464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[ Name 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8430768" y="515721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[ Name 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1"/>
          <p:cNvCxnSpPr/>
          <p:nvPr/>
        </p:nvCxnSpPr>
        <p:spPr>
          <a:xfrm>
            <a:off x="8430768" y="5541264"/>
            <a:ext cx="2926080" cy="0"/>
          </a:xfrm>
          <a:prstGeom prst="straightConnector1">
            <a:avLst/>
          </a:prstGeom>
          <a:noFill/>
          <a:ln cap="flat" cmpd="sng" w="1905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1"/>
          <p:cNvSpPr txBox="1"/>
          <p:nvPr/>
        </p:nvSpPr>
        <p:spPr>
          <a:xfrm>
            <a:off x="8430768" y="563270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full contact sheet → frame 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548640" y="6181344"/>
            <a:ext cx="5943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" name="Google Shape;52;p1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1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01 / 09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b="0" i="0" lang="en-US" sz="17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" name="Google Shape;62;p2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2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2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</a:t>
            </a:r>
            <a:r>
              <a:rPr b="1" lang="en-US" sz="950">
                <a:solidFill>
                  <a:srgbClr val="111111"/>
                </a:solidFill>
              </a:rPr>
              <a:t>- </a:t>
            </a: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2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2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02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PROBLEM DEFINITION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answer in 2–3 lines · readable outside your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48640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822960" y="2267712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 txBox="1"/>
          <p:nvPr/>
        </p:nvSpPr>
        <p:spPr>
          <a:xfrm>
            <a:off x="822960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1371600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WHO &amp; HOW OFTEN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822960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[ Who feels this pain, and how often do they feel it?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519672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6793992" y="2267712"/>
            <a:ext cx="384048" cy="38404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 txBox="1"/>
          <p:nvPr/>
        </p:nvSpPr>
        <p:spPr>
          <a:xfrm>
            <a:off x="6793992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7342632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TODAY'S WORKAROUND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6793992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[ How is this handled today, without your solution?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548640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 txBox="1"/>
          <p:nvPr/>
        </p:nvSpPr>
        <p:spPr>
          <a:xfrm>
            <a:off x="822960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371600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WHY IT FALLS SHORT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822960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[ Why does that current approach fall short?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6519672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6793992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 txBox="1"/>
          <p:nvPr/>
        </p:nvSpPr>
        <p:spPr>
          <a:xfrm>
            <a:off x="6793992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7342632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EVIDENCE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6793992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[ What evidence shows this problem is real? Data, quotes, sources.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" name="Google Shape;98;p3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3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3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3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3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03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PROPOSED SOLUTION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name it plainly · connect straight back to frame 02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48640" y="2057400"/>
            <a:ext cx="3931920" cy="4041648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868680" y="2377440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PRODUCT / SYSTEM NAME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868680" y="2670048"/>
            <a:ext cx="3291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 Black"/>
              <a:buNone/>
            </a:pPr>
            <a:r>
              <a:rPr lang="en-US" sz="2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[ Product / System Name ]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868680" y="4069080"/>
            <a:ext cx="329184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3"/>
          <p:cNvSpPr txBox="1"/>
          <p:nvPr/>
        </p:nvSpPr>
        <p:spPr>
          <a:xfrm>
            <a:off x="868680" y="425196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362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[ Plain-language description: what it does, in one or two sentences.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68680" y="5532120"/>
            <a:ext cx="384048" cy="38404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" name="Google Shape;114;p3"/>
          <p:cNvCxnSpPr/>
          <p:nvPr/>
        </p:nvCxnSpPr>
        <p:spPr>
          <a:xfrm>
            <a:off x="1060704" y="5532120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3"/>
          <p:cNvCxnSpPr/>
          <p:nvPr/>
        </p:nvCxnSpPr>
        <p:spPr>
          <a:xfrm>
            <a:off x="1060704" y="5724144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3"/>
          <p:cNvSpPr/>
          <p:nvPr/>
        </p:nvSpPr>
        <p:spPr>
          <a:xfrm>
            <a:off x="4892040" y="2057400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5148072" y="2295144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5148072" y="23042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5669280" y="2313432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A USER DOES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5669280" y="2715768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[ The concrete steps a user takes with it.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892040" y="3465576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5148072" y="3703320"/>
            <a:ext cx="365760" cy="365760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5148072" y="37124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5669280" y="3721608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WHY IT BEATS THE WORKAROUND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5669280" y="4123944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[ What's better than today's alternative, concretely.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892040" y="4873752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5148072" y="51114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5148072" y="51206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5669280" y="5129784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WHAT'S GENUINELY DIFFERENT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5669280" y="5532120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[ Your actual point of difference — be specific.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7" name="Google Shape;137;p4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4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4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4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4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04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SYSTEM ARCHITECTURE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walk the full flow · name real services &amp; models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548640" y="1993392"/>
            <a:ext cx="11091672" cy="18105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841248" y="21945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FIG. 04-A — SYSTEM FLOW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1421892" y="2542032"/>
            <a:ext cx="137160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1421892" y="2542032"/>
            <a:ext cx="1371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USER INPUT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4"/>
          <p:cNvCxnSpPr/>
          <p:nvPr/>
        </p:nvCxnSpPr>
        <p:spPr>
          <a:xfrm>
            <a:off x="2848356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" name="Google Shape;152;p4"/>
          <p:cNvSpPr/>
          <p:nvPr/>
        </p:nvSpPr>
        <p:spPr>
          <a:xfrm>
            <a:off x="3140964" y="2542032"/>
            <a:ext cx="1417320" cy="566928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3140964" y="2542032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[ FRONTEND 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4"/>
          <p:cNvCxnSpPr/>
          <p:nvPr/>
        </p:nvCxnSpPr>
        <p:spPr>
          <a:xfrm>
            <a:off x="4613148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5" name="Google Shape;155;p4"/>
          <p:cNvSpPr/>
          <p:nvPr/>
        </p:nvSpPr>
        <p:spPr>
          <a:xfrm>
            <a:off x="4905756" y="2542032"/>
            <a:ext cx="1783080" cy="56692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 txBox="1"/>
          <p:nvPr/>
        </p:nvSpPr>
        <p:spPr>
          <a:xfrm>
            <a:off x="4905756" y="2542032"/>
            <a:ext cx="1783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[ API / BACKEND 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4"/>
          <p:cNvCxnSpPr/>
          <p:nvPr/>
        </p:nvCxnSpPr>
        <p:spPr>
          <a:xfrm>
            <a:off x="6743700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" name="Google Shape;158;p4"/>
          <p:cNvSpPr/>
          <p:nvPr/>
        </p:nvSpPr>
        <p:spPr>
          <a:xfrm>
            <a:off x="7036308" y="2542032"/>
            <a:ext cx="233172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 txBox="1"/>
          <p:nvPr/>
        </p:nvSpPr>
        <p:spPr>
          <a:xfrm>
            <a:off x="7036308" y="2542032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[ MODEL / AWS SERVICE 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4"/>
          <p:cNvCxnSpPr/>
          <p:nvPr/>
        </p:nvCxnSpPr>
        <p:spPr>
          <a:xfrm>
            <a:off x="9422892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1" name="Google Shape;161;p4"/>
          <p:cNvSpPr/>
          <p:nvPr/>
        </p:nvSpPr>
        <p:spPr>
          <a:xfrm>
            <a:off x="9715500" y="2542032"/>
            <a:ext cx="105156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 txBox="1"/>
          <p:nvPr/>
        </p:nvSpPr>
        <p:spPr>
          <a:xfrm>
            <a:off x="9715500" y="2542032"/>
            <a:ext cx="1051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 Black"/>
              <a:buNone/>
            </a:pPr>
            <a:r>
              <a:rPr lang="en-US" sz="9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OUTPUT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548640" y="3364992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↑ replace with your real architecture diagram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548640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804672" y="44256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804672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1298448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KEY TECHNICAL DECISION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804672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[ The decision, and why you made it. 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4306824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4562856" y="4425696"/>
            <a:ext cx="365760" cy="365760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4562856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5056632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HARDEST PART TO BUILD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4562856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[ What was genuinely hard, and how you solved it. 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8065008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8321040" y="44256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8321040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8814816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HOW YOU KNOW IT WORKS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8321040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[ Tests or evaluations you ran. 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5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5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5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5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5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05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FEASIBILITY &amp; SCOPE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a working slice with a known limit beats an over-promised demo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548640" y="1993392"/>
            <a:ext cx="5468112" cy="1975104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822960" y="2267712"/>
            <a:ext cx="384048" cy="384048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822960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1371600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SCOPE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822960" y="2889504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In:  </a:t>
            </a: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[ what's in scope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822960" y="3291840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Out:  </a:t>
            </a: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[ what's explicitly not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6519672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6793992" y="2267712"/>
            <a:ext cx="384048" cy="38404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6793992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7342632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RUNNING COST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6793992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[ What it costs to run — compute, APIs, storage.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48640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822960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1371600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RISKS &amp; FALLBACK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822960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[ What could break, and your fallback plan.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6519672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6793992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6793992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7342632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AFTER THE HACKATHON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6793992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[ Where this goes next — roadmap.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" name="Google Shape;222;p6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6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6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FAF4E8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6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6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FRAME 06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IMPACT METRICS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show how the figure was measured, an estimate is fine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502920" y="2057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1F"/>
              </a:buClr>
              <a:buSzPts val="9200"/>
              <a:buFont typeface="Arial Black"/>
              <a:buNone/>
            </a:pPr>
            <a:r>
              <a:rPr lang="en-US" sz="9200">
                <a:solidFill>
                  <a:srgbClr val="FF3D1F"/>
                </a:solidFill>
                <a:latin typeface="Arial Black"/>
                <a:ea typeface="Arial Black"/>
                <a:cs typeface="Arial Black"/>
                <a:sym typeface="Arial Black"/>
              </a:rPr>
              <a:t>[ 00% ]</a:t>
            </a:r>
            <a:endParaRPr sz="9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566928" y="3822192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[ one line: what this figure means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48640" y="4370832"/>
            <a:ext cx="6172200" cy="1664208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868680" y="4645152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HOW IT WAS MEASURED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868680" y="4937760"/>
            <a:ext cx="5532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200"/>
              <a:buFont typeface="Arial"/>
              <a:buNone/>
            </a:pPr>
            <a:r>
              <a:rPr i="1" lang="en-US" sz="12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[ show your working — estimate is acceptable 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7269480" y="1298448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7488936" y="1499616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7488936" y="1508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7964424" y="1463040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MEASURABLY IMPROVES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 txBox="1"/>
          <p:nvPr/>
        </p:nvSpPr>
        <p:spPr>
          <a:xfrm>
            <a:off x="7488936" y="1993392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[ The concrete before/after change. 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7269480" y="2569464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7488936" y="2770632"/>
            <a:ext cx="347472" cy="347472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7488936" y="277977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7964424" y="2734056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WHO ELSE COULD USE 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7488936" y="3264408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[ Other beneficiaries beyond your primary user. 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7269480" y="3840480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7488936" y="4041648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7488936" y="40507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7964424" y="4005072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COULD GO WRONG / BE MISUSED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7488936" y="4535424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[ Realistic misuse or failure case. 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7269480" y="5111496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7488936" y="5312664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"/>
          <p:cNvSpPr txBox="1"/>
          <p:nvPr/>
        </p:nvSpPr>
        <p:spPr>
          <a:xfrm>
            <a:off x="7488936" y="53218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7964424" y="5276088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HOW YOU'D HANDLE THAT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7488936" y="5806440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[ Your mitigation for the above. 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7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7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7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07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7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7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07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REFERENCES &amp; ATTRIBUTION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one source per line · uncredited work is disqualifying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 txBox="1"/>
          <p:nvPr/>
        </p:nvSpPr>
        <p:spPr>
          <a:xfrm>
            <a:off x="548640" y="21488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TABLE 07-A — SOURCES &amp; LICENCES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630936" y="2478024"/>
            <a:ext cx="11091672" cy="33467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75" name="Google Shape;275;p7"/>
          <p:cNvGraphicFramePr/>
          <p:nvPr/>
        </p:nvGraphicFramePr>
        <p:xfrm>
          <a:off x="548640" y="2395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{D47496C2-0CEE-4B0A-BE6E-AE1266184CF1}</a:tableStyleId>
              </a:tblPr>
              <a:tblGrid>
                <a:gridCol w="1554475"/>
                <a:gridCol w="3291850"/>
                <a:gridCol w="2651750"/>
                <a:gridCol w="2103125"/>
                <a:gridCol w="1490475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TYPE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SOURCE (AUTHOR, TITLE, YEAR)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WHAT IT GAVE YOU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BORROWED / YOURS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LICENCE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Arial Black"/>
                        <a:buNone/>
                      </a:pPr>
                      <a:r>
                        <a:rPr lang="en-US" sz="1000" u="none" cap="none" strike="noStrik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Paper</a:t>
                      </a:r>
                      <a:endParaRPr sz="10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Author, “Title,” Year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what it gave you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borrowed / yours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licence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Arial Black"/>
                        <a:buNone/>
                      </a:pPr>
                      <a:r>
                        <a:rPr lang="en-US" sz="1000" u="none" cap="none" strike="noStrik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Repository</a:t>
                      </a:r>
                      <a:endParaRPr sz="10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Repo name / org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what it gave you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borrowed / yours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licence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Arial Black"/>
                        <a:buNone/>
                      </a:pPr>
                      <a:r>
                        <a:rPr lang="en-US" sz="1000" u="none" cap="none" strike="noStrik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Documentation</a:t>
                      </a:r>
                      <a:endParaRPr sz="10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Docs source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what it gave you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borrowed / yours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licence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Arial Black"/>
                        <a:buNone/>
                      </a:pPr>
                      <a:r>
                        <a:rPr lang="en-US" sz="1000" u="none" cap="none" strike="noStrik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Dataset</a:t>
                      </a:r>
                      <a:endParaRPr sz="10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Dataset name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what it gave you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borrowed / yours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licence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000"/>
                        <a:buFont typeface="Arial Black"/>
                        <a:buNone/>
                      </a:pPr>
                      <a:r>
                        <a:rPr lang="en-US" sz="1000" u="none" cap="none" strike="noStrik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Model weights</a:t>
                      </a:r>
                      <a:endParaRPr sz="10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Model name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what it gave you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borrowed / yours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licence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2" name="Google Shape;282;p8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8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8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08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8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8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08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EXTRA SLIDE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548640" y="1920240"/>
            <a:ext cx="11091672" cy="4206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1016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 txBox="1"/>
          <p:nvPr/>
        </p:nvSpPr>
        <p:spPr>
          <a:xfrm>
            <a:off x="868680" y="2194560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[ optional space · demo link · screenshots · github · qr code 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868680" y="5532120"/>
            <a:ext cx="384048" cy="38404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4" name="Google Shape;294;p8"/>
          <p:cNvCxnSpPr/>
          <p:nvPr/>
        </p:nvCxnSpPr>
        <p:spPr>
          <a:xfrm>
            <a:off x="1060704" y="5532120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p8"/>
          <p:cNvCxnSpPr/>
          <p:nvPr/>
        </p:nvCxnSpPr>
        <p:spPr>
          <a:xfrm>
            <a:off x="1060704" y="5724144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8"/>
          <p:cNvSpPr/>
          <p:nvPr/>
        </p:nvSpPr>
        <p:spPr>
          <a:xfrm rot="120000">
            <a:off x="8549640" y="2212848"/>
            <a:ext cx="2788920" cy="14813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 txBox="1"/>
          <p:nvPr/>
        </p:nvSpPr>
        <p:spPr>
          <a:xfrm rot="120000">
            <a:off x="8796528" y="2377440"/>
            <a:ext cx="2514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BEFORE YOU SUBMIT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every bracket filled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diagram replaced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all sources credited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4" name="Google Shape;304;p9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9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9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09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9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9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09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TEAM &amp; CONTACT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one line per member · so organisers can reach you after submission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548640" y="1883664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[ Team Name ]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548640" y="234086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TABLE 09-A — TEAM CONTACT SHEET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630936" y="2679192"/>
            <a:ext cx="11091672" cy="31455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17" name="Google Shape;317;p9"/>
          <p:cNvGraphicFramePr/>
          <p:nvPr/>
        </p:nvGraphicFramePr>
        <p:xfrm>
          <a:off x="548640" y="25968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{D47496C2-0CEE-4B0A-BE6E-AE1266184CF1}</a:tableStyleId>
              </a:tblPr>
              <a:tblGrid>
                <a:gridCol w="2926075"/>
                <a:gridCol w="2743200"/>
                <a:gridCol w="542240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NAME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PHONE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EMAIL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Arial Black"/>
                        <a:buNone/>
                      </a:pPr>
                      <a:r>
                        <a:rPr lang="en-US" sz="1100" u="none" cap="none" strike="noStrik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[ Name ]</a:t>
                      </a:r>
                      <a:endParaRPr sz="11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phone number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email address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Arial Black"/>
                        <a:buNone/>
                      </a:pPr>
                      <a:r>
                        <a:rPr lang="en-US" sz="1100" u="none" cap="none" strike="noStrik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[ Name ]</a:t>
                      </a:r>
                      <a:endParaRPr sz="11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phone number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email address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Arial Black"/>
                        <a:buNone/>
                      </a:pPr>
                      <a:r>
                        <a:rPr lang="en-US" sz="1100" u="none" cap="none" strike="noStrik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[ Name ]</a:t>
                      </a:r>
                      <a:endParaRPr sz="11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phone number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email address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Arial Black"/>
                        <a:buNone/>
                      </a:pPr>
                      <a:r>
                        <a:rPr lang="en-US" sz="1100" u="none" cap="none" strike="noStrik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[ Name ]</a:t>
                      </a:r>
                      <a:endParaRPr sz="11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phone number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email address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Arial Black"/>
                        <a:buNone/>
                      </a:pPr>
                      <a:r>
                        <a:rPr lang="en-US" sz="1100" u="none" cap="none" strike="noStrike">
                          <a:solidFill>
                            <a:srgbClr val="111111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[ Name ]</a:t>
                      </a:r>
                      <a:endParaRPr sz="11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phone number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E6A5E"/>
                        </a:buClr>
                        <a:buSzPts val="1050"/>
                        <a:buFont typeface="Arial"/>
                        <a:buNone/>
                      </a:pPr>
                      <a:r>
                        <a:rPr i="1" lang="en-US" sz="1050" u="none" cap="none" strike="noStrike">
                          <a:solidFill>
                            <a:srgbClr val="6E6A5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 email address ]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8" name="Google Shape;318;p9"/>
          <p:cNvSpPr txBox="1"/>
          <p:nvPr/>
        </p:nvSpPr>
        <p:spPr>
          <a:xfrm>
            <a:off x="548640" y="594360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10972800" y="5870448"/>
            <a:ext cx="365760" cy="365760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0" name="Google Shape;320;p9"/>
          <p:cNvCxnSpPr/>
          <p:nvPr/>
        </p:nvCxnSpPr>
        <p:spPr>
          <a:xfrm>
            <a:off x="11155680" y="5870448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9"/>
          <p:cNvCxnSpPr/>
          <p:nvPr/>
        </p:nvCxnSpPr>
        <p:spPr>
          <a:xfrm>
            <a:off x="11155680" y="6053328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2026-08-26T12:08:21Z</dcterms:created>
  <dc:creator>PptxGenJS</dc:creator>
</cp:coreProperties>
</file>